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A34B-F13A-47CB-3CC4-FF688A2FB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A9672-2D14-D499-6B18-58CBAEC8A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4FA2C-C52D-7E5F-F74A-87037F48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57269-FDB0-1F2A-3FC9-5A7ED57F4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3EFF-BB68-D78D-EB1B-48493928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2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C3B2-EFCF-92E8-2D47-8930C176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A9E1F-0A44-F7AD-F1B6-74EED5DC9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9480B-EA65-27FC-305A-EA71A3768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89DBC-D939-1F2A-196F-EEB314BD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EBF47-40BF-517A-CD3A-6A6AD73F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35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DEF87-3955-4C4A-8E11-E51C7AE7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089B-05C2-8C58-6D6D-97ED18B5D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E515E-C42A-1E76-F367-C1B9DA688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6C8BF-92C5-355D-0C78-8E80AECD7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5CAD1-DC0E-CD0F-5AE8-A4DE587B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0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1383B-47B3-FC6A-5750-2C47ABB3F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917D4-331B-489A-91DC-E8594B4FC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44375-F739-ABF0-3D7B-AADD32152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52A68-CA21-C304-7CDB-FE75A562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AE7F3-6059-25FF-FD1D-EB47BCB5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F3911-ECB2-EB69-092C-4D99D33D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45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7695-5684-1D59-DE49-E50A6FC10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97822-5F1E-CCF6-431A-D5491574D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9ABBF-3C63-2EB6-6C9E-03CEAAEEE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0308B1-B9A6-B9BC-8A68-57D706E0B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3A9D65-8E32-BCE8-687B-1329607DA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8087EB-EE94-38D6-6A31-ED6393A1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D28DC-3338-BDC8-12CB-155F711F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97577-DF1F-E354-C63A-B90D3DB13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1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889B-8A0B-658E-7B0B-D9797DC65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18D41-D2E2-7CF2-FFD4-6ABEDD9E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08E34-9F20-EA8E-5D08-B026255D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D62F2-7AB9-4321-FC95-65F3042E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7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14A56A-FD7D-001E-7CCC-339A25091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59364C-D031-2F34-F070-2A6FE93C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6385D-1168-E884-B430-8FCCC103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7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ED436-2D17-0D15-BC84-7F9BE5A76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B4DE8-2C54-998B-5BA6-3BB7857F5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8D92E-C893-0082-A078-2F8E691D9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D07D4-E07E-3007-758F-0AA1DFB1C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BF284-0290-FD70-8E05-4B837D99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AE131-DD50-72E9-18EE-684E00AFF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5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332D-DBA0-425F-495D-F018D2E3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2DAC2C-DA0A-FB85-B7F4-0CF9229C2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A8C0C-CD17-E353-A9FA-4E4E4A816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95C7F-073E-D210-31C2-44EE0B255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97DB-35ED-3B28-1875-3F3CA104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475EE-2D0A-602E-16E0-82739AB7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6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80343-6066-C354-8F3C-D0CE22F24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64C52-7DDE-CD65-3474-13F20D45B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25323-52B8-6B58-BFEC-795455CA8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6761-FC42-732E-102E-8F318C5D5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3420-CC88-9F7A-6525-764ECC9C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37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221E5-3535-ED18-EF06-485401AE9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BD696-FF11-69CB-A454-C8D2C7019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19418-AD34-A7AC-7DC6-AACBB3144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5781A-A1D4-5C33-4414-15C4F9C8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B61F1-19AB-8821-CAA9-0C7B39889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2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56E6D6-E776-D088-A29A-F7961863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A566F-A807-05EA-AF07-AA5B27DEF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C1C68-16C3-D80F-C8E3-D2530BB1CB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A5188F-2095-4393-A666-9A385A9B0E4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72597-0661-639D-6467-DF8311DB2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66D23-9334-2D59-EC48-6DAB5E739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600A6-D101-44F6-ABC9-88010D38D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06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A451-1111-9B1B-BAB6-BC076296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-&gt; Bending Stiffness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C3612-E7FF-51BF-DCF8-B81BD770B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Test Set Metrics:</a:t>
            </a:r>
          </a:p>
          <a:p>
            <a:r>
              <a:rPr lang="en-US" dirty="0"/>
              <a:t>MSE: 1051895.13</a:t>
            </a:r>
          </a:p>
          <a:p>
            <a:r>
              <a:rPr lang="en-US" dirty="0"/>
              <a:t>RMSE: 1025.61</a:t>
            </a:r>
          </a:p>
          <a:p>
            <a:r>
              <a:rPr lang="en-US" dirty="0"/>
              <a:t>MAE: 692.25</a:t>
            </a:r>
          </a:p>
          <a:p>
            <a:r>
              <a:rPr lang="en-US" dirty="0"/>
              <a:t>R²: 0.9633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9B60C-120C-31D1-EC00-93838EB1A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1690688"/>
            <a:ext cx="5678424" cy="37151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FB698F-9F1A-0C36-52F2-9C940240C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60" y="1825625"/>
            <a:ext cx="5371216" cy="238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18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80881-618B-08D6-3BBB-30EAF804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Bending Stiffness -&gt; Parameters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58C7D9-EF4D-9049-536D-510E1FD6D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234439"/>
            <a:ext cx="5930956" cy="37629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F9030E-72C0-76F6-ADA9-45C55759BE4C}"/>
              </a:ext>
            </a:extLst>
          </p:cNvPr>
          <p:cNvSpPr txBox="1"/>
          <p:nvPr/>
        </p:nvSpPr>
        <p:spPr>
          <a:xfrm>
            <a:off x="761238" y="1824419"/>
            <a:ext cx="51274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Stats measuring performance over the whole vector [thickness, height, angle]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Might be more revealing using per-dimension stats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How is model doing at predicting individual parameters?</a:t>
            </a:r>
          </a:p>
          <a:p>
            <a:endParaRPr lang="pt-BR" sz="2400" dirty="0"/>
          </a:p>
          <a:p>
            <a:r>
              <a:rPr lang="pt-BR" sz="2400" dirty="0"/>
              <a:t>MSE:  151.524666</a:t>
            </a:r>
          </a:p>
          <a:p>
            <a:r>
              <a:rPr lang="pt-BR" sz="2400" dirty="0"/>
              <a:t>RMSE: 12.309536</a:t>
            </a:r>
          </a:p>
          <a:p>
            <a:r>
              <a:rPr lang="pt-BR" sz="2400" dirty="0"/>
              <a:t>MAE:  8.256471</a:t>
            </a:r>
          </a:p>
          <a:p>
            <a:r>
              <a:rPr lang="pt-BR" sz="2400" dirty="0"/>
              <a:t>R²:   0.8704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94961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66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Parameters -&gt; Bending Stiffness</vt:lpstr>
      <vt:lpstr>Bending Stiffness -&gt; Parameters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 Menser</dc:creator>
  <cp:lastModifiedBy>Menser, Mason J</cp:lastModifiedBy>
  <cp:revision>1</cp:revision>
  <dcterms:created xsi:type="dcterms:W3CDTF">2025-12-08T22:07:05Z</dcterms:created>
  <dcterms:modified xsi:type="dcterms:W3CDTF">2025-12-09T22:21:16Z</dcterms:modified>
</cp:coreProperties>
</file>